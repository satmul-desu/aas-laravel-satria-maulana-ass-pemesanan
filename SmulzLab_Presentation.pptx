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1: Judul Presentasi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 Sistem Manajemen Lab Tools (Smulz.Lab)</a:t>
            </a:r>
          </a:p>
          <a:p>
            <a:r>
              <a:t>**Aplikasi Web Modern untuk Pengelolaan Laboratorium**</a:t>
            </a:r>
          </a:p>
          <a:p>
            <a:r>
              <a:t>- Framework Laravel 11.x</a:t>
            </a:r>
          </a:p>
          <a:p>
            <a:r>
              <a:t>- Database MySQL</a:t>
            </a:r>
          </a:p>
          <a:p>
            <a:r>
              <a:t>- UI Bootstrap 5 + Glassmorphism Design</a:t>
            </a:r>
          </a:p>
          <a:p>
            <a:r>
              <a:t>- Authentication &amp; Authorization Lengkap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Pendahuluan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Apa itu Smulz.Lab?</a:t>
            </a:r>
          </a:p>
          <a:p>
            <a:r>
              <a:t>Sistem Manajemen Lab Tools adalah aplikasi web berbasis Laravel yang dirancang khusus untuk mengelola peminjaman alat-alat laboratorium dengan antarmuka yang user-friendly dan fitur lengkap.</a:t>
            </a:r>
          </a:p>
          <a:p>
            <a:r>
              <a:t>### Fitur Utama:</a:t>
            </a:r>
          </a:p>
          <a:p>
            <a:r>
              <a:t>✅ Manajemen inventaris alat lengkap</a:t>
            </a:r>
          </a:p>
          <a:p>
            <a:r>
              <a:t>✅ Sistem peminjaman terintegrasi</a:t>
            </a:r>
          </a:p>
          <a:p>
            <a:r>
              <a:t>✅ Tracking pelanggan dan riwayat</a:t>
            </a:r>
          </a:p>
          <a:p>
            <a:r>
              <a:t>✅ Reporting dan export data</a:t>
            </a:r>
          </a:p>
          <a:p>
            <a:r>
              <a:t>✅ Customer service built-in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Arsitektur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Teknologi yang Digunakan</a:t>
            </a:r>
          </a:p>
          <a:p>
            <a:r>
              <a:t>### Backend:</a:t>
            </a:r>
          </a:p>
          <a:p>
            <a:r>
              <a:t>Framework: Laravel 11.x</a:t>
            </a:r>
          </a:p>
          <a:p>
            <a:r>
              <a:t>Database: MySQL</a:t>
            </a:r>
          </a:p>
          <a:p>
            <a:r>
              <a:t>Authentication: Laravel Breeze</a:t>
            </a:r>
          </a:p>
          <a:p>
            <a:r>
              <a:t>Authorization: Spatie Laravel Permission</a:t>
            </a:r>
          </a:p>
          <a:p>
            <a:r>
              <a:t>### Frontend:</a:t>
            </a:r>
          </a:p>
          <a:p>
            <a:r>
              <a:t>CSS Framework: Bootstrap 5</a:t>
            </a:r>
          </a:p>
          <a:p>
            <a:r>
              <a:t>Template Engine: Blade Templates</a:t>
            </a:r>
          </a:p>
          <a:p>
            <a:r>
              <a:t>Icons: Font Awesome</a:t>
            </a:r>
          </a:p>
          <a:p>
            <a:r>
              <a:t>Notifications: SweetAlert2</a:t>
            </a:r>
          </a:p>
          <a:p>
            <a:r>
              <a:t>### Libraries Tambahan:</a:t>
            </a:r>
          </a:p>
          <a:p>
            <a:r>
              <a:t>DomPDF (Export PDF)</a:t>
            </a:r>
          </a:p>
          <a:p>
            <a:r>
              <a:t>Laravel Excel (Export Excel)</a:t>
            </a:r>
          </a:p>
          <a:p>
            <a:r>
              <a:t>Chart.js (Dashboard Charts)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Struktur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Tabel Utama Sistem</a:t>
            </a:r>
          </a:p>
          <a:p>
            <a:r>
              <a:t>### 1. Users - Pengguna Sistem</a:t>
            </a:r>
          </a:p>
          <a:p>
            <a:r>
              <a:t>id, name, email, password</a:t>
            </a:r>
          </a:p>
          <a:p>
            <a:r>
              <a:t>email_verified_at, remember_token</a:t>
            </a:r>
          </a:p>
          <a:p>
            <a:r>
              <a:t>created_at, updated_at</a:t>
            </a:r>
          </a:p>
          <a:p>
            <a:r>
              <a:t>### 2. Kategori Alat - Pengelompokan Alat</a:t>
            </a:r>
          </a:p>
          <a:p>
            <a:r>
              <a:t>id, nama, deskripsi</a:t>
            </a:r>
          </a:p>
          <a:p>
            <a:r>
              <a:t>created_at, updated_at</a:t>
            </a:r>
          </a:p>
          <a:p>
            <a:r>
              <a:t>### 3. Alat - Data Alat Laboratorium</a:t>
            </a:r>
          </a:p>
          <a:p>
            <a:r>
              <a:t>id, nama, deskripsi, kategori_alat_id</a:t>
            </a:r>
          </a:p>
          <a:p>
            <a:r>
              <a:t>harga_sewa, stok, kondisi</a:t>
            </a:r>
          </a:p>
          <a:p>
            <a:r>
              <a:t>lokasi_penyimpanan, tanggal_pembelian</a:t>
            </a:r>
          </a:p>
          <a:p>
            <a:r>
              <a:t>### 4. Pelanggan - Data Peminjam</a:t>
            </a:r>
          </a:p>
          <a:p>
            <a:r>
              <a:t>id, nama, email, telepon, alamat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Struktur Database (lanjutan)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Tabel Transaksi</a:t>
            </a:r>
          </a:p>
          <a:p>
            <a:r>
              <a:t>### 5. Peminjaman - Header Transaksi</a:t>
            </a:r>
          </a:p>
          <a:p>
            <a:r>
              <a:t>id, pelanggan_id, tanggal_pinjam, tanggal_kembali</a:t>
            </a:r>
          </a:p>
          <a:p>
            <a:r>
              <a:t>tanggal_dikembalikan, total, is_done</a:t>
            </a:r>
          </a:p>
          <a:p>
            <a:r>
              <a:t>late_fee, return_condition, additional_fees</a:t>
            </a:r>
          </a:p>
          <a:p>
            <a:r>
              <a:t>### 6. Peminjaman Details - Detail Item</a:t>
            </a:r>
          </a:p>
          <a:p>
            <a:r>
              <a:t>id, peminjaman_id, alat_id</a:t>
            </a:r>
          </a:p>
          <a:p>
            <a:r>
              <a:t>quantity, harga_sewa, subtotal</a:t>
            </a:r>
          </a:p>
          <a:p>
            <a:r>
              <a:t>### 7. Pemesanan - Sistem Pemesanan</a:t>
            </a:r>
          </a:p>
          <a:p>
            <a:r>
              <a:t>id, nama_pemesan, email, telepon</a:t>
            </a:r>
          </a:p>
          <a:p>
            <a:r>
              <a:t>alat, quantity, tanggal_pesan</a:t>
            </a:r>
          </a:p>
          <a:p>
            <a:r>
              <a:t>catatan, status,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Model Eloquent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Relasi Antar Model</a:t>
            </a:r>
          </a:p>
          <a:p>
            <a:r>
              <a:t>### KategoriAlat ↔ Alat</a:t>
            </a:r>
          </a:p>
          <a:p>
            <a:r>
              <a:t>// KategoriAlat.php</a:t>
            </a:r>
          </a:p>
          <a:p>
            <a:r>
              <a:t>public function alats()</a:t>
            </a:r>
          </a:p>
          <a:p>
            <a:r>
              <a:t>{</a:t>
            </a:r>
          </a:p>
          <a:p>
            <a:r>
              <a:t>return $this-&gt;hasMany(Alat::class);</a:t>
            </a:r>
          </a:p>
          <a:p>
            <a:r>
              <a:t>}</a:t>
            </a:r>
          </a:p>
          <a:p>
            <a:r>
              <a:t>// Alat.php</a:t>
            </a:r>
          </a:p>
          <a:p>
            <a:r>
              <a:t>public function kategoriAlat()</a:t>
            </a:r>
          </a:p>
          <a:p>
            <a:r>
              <a:t>{</a:t>
            </a:r>
          </a:p>
          <a:p>
            <a:r>
              <a:t>return $this-&gt;belongsTo(KategoriAlat::class);</a:t>
            </a:r>
          </a:p>
          <a:p>
            <a:r>
              <a:t>}</a:t>
            </a:r>
          </a:p>
          <a:p>
            <a:r>
              <a:t>### Pelanggan ↔ Peminjaman</a:t>
            </a:r>
          </a:p>
          <a:p>
            <a:r>
              <a:t>// Pelanggan.php</a:t>
            </a:r>
          </a:p>
          <a:p>
            <a:r>
              <a:t>public function peminjamen()</a:t>
            </a:r>
          </a:p>
          <a:p>
            <a:r>
              <a:t>{</a:t>
            </a:r>
          </a:p>
          <a:p>
            <a:r>
              <a:t>return $this-&gt;hasMany(Peminjaman::class);</a:t>
            </a:r>
          </a:p>
          <a:p>
            <a:r>
              <a:t>}</a:t>
            </a:r>
          </a:p>
          <a:p>
            <a:r>
              <a:t>// Peminjaman.php</a:t>
            </a:r>
          </a:p>
          <a:p>
            <a:r>
              <a:t>public function pelanggan()</a:t>
            </a:r>
          </a:p>
          <a:p>
            <a:r>
              <a:t>{</a:t>
            </a:r>
          </a:p>
          <a:p>
            <a:r>
              <a:t>return $this-&gt;belongsTo(Pelanggan::class);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Controller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MVC Architecture</a:t>
            </a:r>
          </a:p>
          <a:p>
            <a:r>
              <a:t>### Controllers Utama:</a:t>
            </a:r>
          </a:p>
          <a:p>
            <a:r>
              <a:t>DashboardController: Halaman utama dengan statistik</a:t>
            </a:r>
          </a:p>
          <a:p>
            <a:r>
              <a:t>KategoriAlatController: CRUD kategori alat</a:t>
            </a:r>
          </a:p>
          <a:p>
            <a:r>
              <a:t>AlatController: CRUD data alat</a:t>
            </a:r>
          </a:p>
          <a:p>
            <a:r>
              <a:t>PelangganController: CRUD data pelanggan</a:t>
            </a:r>
          </a:p>
          <a:p>
            <a:r>
              <a:t>PeminjamanController: Manajemen transaksi peminjaman</a:t>
            </a:r>
          </a:p>
          <a:p>
            <a:r>
              <a:t>PemesananController: Manajemen pemesanan</a:t>
            </a:r>
          </a:p>
          <a:p>
            <a:r>
              <a:t>CustomerServiceController: Panduan bantuan</a:t>
            </a:r>
          </a:p>
          <a:p>
            <a:r>
              <a:t>### Fitur CRUD Lengkap:</a:t>
            </a:r>
          </a:p>
          <a:p>
            <a:r>
              <a:t>Index (daftar dengan pagination)</a:t>
            </a:r>
          </a:p>
          <a:p>
            <a:r>
              <a:t>Create/Store (tambah data)</a:t>
            </a:r>
          </a:p>
          <a:p>
            <a:r>
              <a:t>Show (detail data)</a:t>
            </a:r>
          </a:p>
          <a:p>
            <a:r>
              <a:t>Edit/Update (ubah data)</a:t>
            </a:r>
          </a:p>
          <a:p>
            <a:r>
              <a:t>Destroy (hapus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Views &amp; UI/UX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Antarmuka Pengguna Modern</a:t>
            </a:r>
          </a:p>
          <a:p>
            <a:r>
              <a:t>### Layouts:</a:t>
            </a:r>
          </a:p>
          <a:p>
            <a:r>
              <a:t>layouts/app.blade.php: Layout utama dengan sidebar</a:t>
            </a:r>
          </a:p>
          <a:p>
            <a:r>
              <a:t>layouts/auth.blade.php: Layout halaman login/register</a:t>
            </a:r>
          </a:p>
          <a:p>
            <a:r>
              <a:t>### Design Features:</a:t>
            </a:r>
          </a:p>
          <a:p>
            <a:r>
              <a:t>Glassmorphism Design: Efek kaca modern</a:t>
            </a:r>
          </a:p>
          <a:p>
            <a:r>
              <a:t>Responsive: Bootstrap 5 grid system</a:t>
            </a:r>
          </a:p>
          <a:p>
            <a:r>
              <a:t>Interactive: SweetAlert modals</a:t>
            </a:r>
          </a:p>
          <a:p>
            <a:r>
              <a:t>Toast Notifications: Feedback real-time</a:t>
            </a:r>
          </a:p>
          <a:p>
            <a:r>
              <a:t>Loading States: UX yang smooth</a:t>
            </a:r>
          </a:p>
          <a:p>
            <a:r>
              <a:t>### Color Scheme:</a:t>
            </a:r>
          </a:p>
          <a:p>
            <a:r>
              <a:t>Primary: Blue (#007bff)</a:t>
            </a:r>
          </a:p>
          <a:p>
            <a:r>
              <a:t>Secondary: Gray (#6c757d)</a:t>
            </a:r>
          </a:p>
          <a:p>
            <a:r>
              <a:t>Success: Green (#28a745)</a:t>
            </a:r>
          </a:p>
          <a:p>
            <a:r>
              <a:t>Danger: Red (#dc3545)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Fitur Utama - Manajemen Alat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Inventory Management System</a:t>
            </a:r>
          </a:p>
          <a:p>
            <a:r>
              <a:t>### CRUD Alat Lengkap:</a:t>
            </a:r>
          </a:p>
          <a:p>
            <a:r>
              <a:t>✅ Tambah alat baru dengan kategori</a:t>
            </a:r>
          </a:p>
          <a:p>
            <a:r>
              <a:t>✅ Edit informasi alat</a:t>
            </a:r>
          </a:p>
          <a:p>
            <a:r>
              <a:t>✅ Hapus alat (dengan validasi)</a:t>
            </a:r>
          </a:p>
          <a:p>
            <a:r>
              <a:t>✅ Tracking kondisi (baik/rusak)</a:t>
            </a:r>
          </a:p>
          <a:p>
            <a:r>
              <a:t>✅ Manajemen stok real-time</a:t>
            </a:r>
          </a:p>
          <a:p>
            <a:r>
              <a:t>✅ Lokasi penyimpanan</a:t>
            </a:r>
          </a:p>
          <a:p>
            <a:r>
              <a:t>### Advanced Features:</a:t>
            </a:r>
          </a:p>
          <a:p>
            <a:r>
              <a:t>Filter berdasarkan kategori</a:t>
            </a:r>
          </a:p>
          <a:p>
            <a:r>
              <a:t>Search functionality</a:t>
            </a:r>
          </a:p>
          <a:p>
            <a:r>
              <a:t>Pagination untuk performa</a:t>
            </a:r>
          </a:p>
          <a:p>
            <a:r>
              <a:t>Export data ke berbagai format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Fitur Utama - Sistem Peminjaman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Loan Management System</a:t>
            </a:r>
          </a:p>
          <a:p>
            <a:r>
              <a:t>### Proses Peminjaman:</a:t>
            </a:r>
          </a:p>
          <a:p>
            <a:r>
              <a:t>1. Pilih Pelanggan: Dropdown atau tambah baru</a:t>
            </a:r>
          </a:p>
          <a:p>
            <a:r>
              <a:t>2. Pilih Alat: Multi-select dengan quantity</a:t>
            </a:r>
          </a:p>
          <a:p>
            <a:r>
              <a:t>3. Set Tanggal: Pinjam dan kembali</a:t>
            </a:r>
          </a:p>
          <a:p>
            <a:r>
              <a:t>4. Kalkulasi Otomatis: Total biaya</a:t>
            </a:r>
          </a:p>
          <a:p>
            <a:r>
              <a:t>5. Simpan Transaksi: Generate ID peminjaman</a:t>
            </a:r>
          </a:p>
          <a:p>
            <a:r>
              <a:t>### Status Tracking:</a:t>
            </a:r>
          </a:p>
          <a:p>
            <a:r>
              <a:t>Aktif: Sedang dipinjam</a:t>
            </a:r>
          </a:p>
          <a:p>
            <a:r>
              <a:t>Terlambat: Melewati tanggal kembali</a:t>
            </a:r>
          </a:p>
          <a:p>
            <a:r>
              <a:t>Selesai: Sudah dikembalikan</a:t>
            </a:r>
          </a:p>
          <a:p>
            <a:r>
              <a:t>Denda: Biaya keterlambatan otomatis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Fitur Utama - Pengembalian Alat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Return Process Management</a:t>
            </a:r>
          </a:p>
          <a:p>
            <a:r>
              <a:t>### Proses Pengembalian:</a:t>
            </a:r>
          </a:p>
          <a:p>
            <a:r>
              <a:t>1. Cek Kondisi: Alat kembali (baik/rusak)</a:t>
            </a:r>
          </a:p>
          <a:p>
            <a:r>
              <a:t>2. Hitung Denda: Jika terlambat</a:t>
            </a:r>
          </a:p>
          <a:p>
            <a:r>
              <a:t>3. Update Stok: Kembalikan quantity</a:t>
            </a:r>
          </a:p>
          <a:p>
            <a:r>
              <a:t>4. Simpan Data: Tanggal aktual kembali</a:t>
            </a:r>
          </a:p>
          <a:p>
            <a:r>
              <a:t>5. Generate Laporan: Bukti pengembalian</a:t>
            </a:r>
          </a:p>
          <a:p>
            <a:r>
              <a:t>### Kondisi Pengembalian:</a:t>
            </a:r>
          </a:p>
          <a:p>
            <a:r>
              <a:t>Baik: Tidak ada biaya tambahan</a:t>
            </a:r>
          </a:p>
          <a:p>
            <a:r>
              <a:t>Rusak: Biaya perbaikan</a:t>
            </a:r>
          </a:p>
          <a:p>
            <a:r>
              <a:t>Hilang: Biaya pengganti penuh</a:t>
            </a:r>
          </a:p>
          <a:p>
            <a:r>
              <a:t>Terlambat: Denda per hari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Fitur Utama -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Built-in Help System</a:t>
            </a:r>
          </a:p>
          <a:p>
            <a:r>
              <a:t>### Panduan Lengkap:</a:t>
            </a:r>
          </a:p>
          <a:p>
            <a:r>
              <a:t>Cara Pemesanan: Step-by-step guide</a:t>
            </a:r>
          </a:p>
          <a:p>
            <a:r>
              <a:t>Masalah Pembayaran: Troubleshooting</a:t>
            </a:r>
          </a:p>
          <a:p>
            <a:r>
              <a:t>Pengembalian Alat: Prosedur lengkap</a:t>
            </a:r>
          </a:p>
          <a:p>
            <a:r>
              <a:t>Masalah Teknis: FAQ umum</a:t>
            </a:r>
          </a:p>
          <a:p>
            <a:r>
              <a:t>Lainnya: Kontak support</a:t>
            </a:r>
          </a:p>
          <a:p>
            <a:r>
              <a:t>### User Experience:</a:t>
            </a:r>
          </a:p>
          <a:p>
            <a:r>
              <a:t>Navigasi mudah</a:t>
            </a:r>
          </a:p>
          <a:p>
            <a:r>
              <a:t>Bahasa Indonesia</a:t>
            </a:r>
          </a:p>
          <a:p>
            <a:r>
              <a:t>Ilustrasi visual</a:t>
            </a:r>
          </a:p>
          <a:p>
            <a:r>
              <a:t>Link ke form terkait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Dashboard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Real-time Monitoring</a:t>
            </a:r>
          </a:p>
          <a:p>
            <a:r>
              <a:t>### Statistik Dashboard:</a:t>
            </a:r>
          </a:p>
          <a:p>
            <a:r>
              <a:t>Total alat dalam sistem</a:t>
            </a:r>
          </a:p>
          <a:p>
            <a:r>
              <a:t>Jumlah peminjaman aktif</a:t>
            </a:r>
          </a:p>
          <a:p>
            <a:r>
              <a:t>Pendapatan bulan ini</a:t>
            </a:r>
          </a:p>
          <a:p>
            <a:r>
              <a:t>Alat yang sering dipinjam</a:t>
            </a:r>
          </a:p>
          <a:p>
            <a:r>
              <a:t>Status stok kritis</a:t>
            </a:r>
          </a:p>
          <a:p>
            <a:r>
              <a:t>### Charts &amp; Visualizations:</a:t>
            </a:r>
          </a:p>
          <a:p>
            <a:r>
              <a:t>Bar chart peminjaman per bulan</a:t>
            </a:r>
          </a:p>
          <a:p>
            <a:r>
              <a:t>Pie chart kategori alat</a:t>
            </a:r>
          </a:p>
          <a:p>
            <a:r>
              <a:t>Line chart tren penggunaan</a:t>
            </a:r>
          </a:p>
          <a:p>
            <a:r>
              <a:t>Status indicators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Export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Data Export Features</a:t>
            </a:r>
          </a:p>
          <a:p>
            <a:r>
              <a:t>### Format Export:</a:t>
            </a:r>
          </a:p>
          <a:p>
            <a:r>
              <a:t>PDF: Laporan formal dengan header/footer</a:t>
            </a:r>
          </a:p>
          <a:p>
            <a:r>
              <a:t>Excel: Data mentah untuk analisis</a:t>
            </a:r>
          </a:p>
          <a:p>
            <a:r>
              <a:t>Print: Versi cetak untuk arsip</a:t>
            </a:r>
          </a:p>
          <a:p>
            <a:r>
              <a:t>### Laporan Tersedia:</a:t>
            </a:r>
          </a:p>
          <a:p>
            <a:r>
              <a:t>Laporan peminjaman harian/mingguan/bulanan</a:t>
            </a:r>
          </a:p>
          <a:p>
            <a:r>
              <a:t>Laporan inventory alat</a:t>
            </a:r>
          </a:p>
          <a:p>
            <a:r>
              <a:t>Laporan pendapatan</a:t>
            </a:r>
          </a:p>
          <a:p>
            <a:r>
              <a:t>Laporan denda keterlambatan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Keamanan &amp; Validasi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Security First Approach</a:t>
            </a:r>
          </a:p>
          <a:p>
            <a:r>
              <a:t>### Authentication &amp; Authorization:</a:t>
            </a:r>
          </a:p>
          <a:p>
            <a:r>
              <a:t>Laravel Breeze untuk login/register</a:t>
            </a:r>
          </a:p>
          <a:p>
            <a:r>
              <a:t>Password hashing yang aman</a:t>
            </a:r>
          </a:p>
          <a:p>
            <a:r>
              <a:t>Email verification</a:t>
            </a:r>
          </a:p>
          <a:p>
            <a:r>
              <a:t>Role-based access control</a:t>
            </a:r>
          </a:p>
          <a:p>
            <a:r>
              <a:t>### Data Validation:</a:t>
            </a:r>
          </a:p>
          <a:p>
            <a:r>
              <a:t>Server-side validation</a:t>
            </a:r>
          </a:p>
          <a:p>
            <a:r>
              <a:t>CSRF protection</a:t>
            </a:r>
          </a:p>
          <a:p>
            <a:r>
              <a:t>SQL injection prevention</a:t>
            </a:r>
          </a:p>
          <a:p>
            <a:r>
              <a:t>XSS protection dengan escaping</a:t>
            </a:r>
          </a:p>
          <a:p>
            <a:r>
              <a:t>### Input Sanitization:</a:t>
            </a:r>
          </a:p>
          <a:p>
            <a:r>
              <a:t>Required fields validation</a:t>
            </a:r>
          </a:p>
          <a:p>
            <a:r>
              <a:t>Email format checking</a:t>
            </a:r>
          </a:p>
          <a:p>
            <a:r>
              <a:t>Unique constraints</a:t>
            </a:r>
          </a:p>
          <a:p>
            <a:r>
              <a:t>Data type 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Alur Kerja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Business Process Flow</a:t>
            </a:r>
          </a:p>
          <a:p>
            <a:r>
              <a:t>### Setup Awal:</a:t>
            </a:r>
          </a:p>
          <a:p>
            <a:r>
              <a:t>1. Admin setup kategori alat</a:t>
            </a:r>
          </a:p>
          <a:p>
            <a:r>
              <a:t>2. Admin input data alat</a:t>
            </a:r>
          </a:p>
          <a:p>
            <a:r>
              <a:t>3. Setup user permissions</a:t>
            </a:r>
          </a:p>
          <a:p>
            <a:r>
              <a:t>4. Konfigurasi sistem</a:t>
            </a:r>
          </a:p>
          <a:p>
            <a:r>
              <a:t>### Operasional Harian:</a:t>
            </a:r>
          </a:p>
          <a:p>
            <a:r>
              <a:t>1. Pendaftaran pelanggan baru</a:t>
            </a:r>
          </a:p>
          <a:p>
            <a:r>
              <a:t>2. Proses peminjaman alat</a:t>
            </a:r>
          </a:p>
          <a:p>
            <a:r>
              <a:t>3. Monitoring peminjaman aktif</a:t>
            </a:r>
          </a:p>
          <a:p>
            <a:r>
              <a:t>4. Proses pengembalian</a:t>
            </a:r>
          </a:p>
          <a:p>
            <a:r>
              <a:t>5. Generate laporan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Inovasi &amp; Keunggulan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What Makes Smulz.Lab Special?</a:t>
            </a:r>
          </a:p>
          <a:p>
            <a:r>
              <a:t>### Teknologi Modern:</a:t>
            </a:r>
          </a:p>
          <a:p>
            <a:r>
              <a:t>Laravel 11.x: Framework terbaru</a:t>
            </a:r>
          </a:p>
          <a:p>
            <a:r>
              <a:t>Real-time Updates: AJAX tanpa reload</a:t>
            </a:r>
          </a:p>
          <a:p>
            <a:r>
              <a:t>Progressive Web App: Bisa offline</a:t>
            </a:r>
          </a:p>
          <a:p>
            <a:r>
              <a:t>API Ready: Mudah diintegrasikan</a:t>
            </a:r>
          </a:p>
          <a:p>
            <a:r>
              <a:t>### User Experience:</a:t>
            </a:r>
          </a:p>
          <a:p>
            <a:r>
              <a:t>Intuitive Design: Mudah digunakan</a:t>
            </a:r>
          </a:p>
          <a:p>
            <a:r>
              <a:t>Mobile Responsive: Akses dimana saja</a:t>
            </a:r>
          </a:p>
          <a:p>
            <a:r>
              <a:t>Fast Loading: Optimized performance</a:t>
            </a:r>
          </a:p>
          <a:p>
            <a:r>
              <a:t>Error Handling: User-friendly messages</a:t>
            </a:r>
          </a:p>
          <a:p>
            <a:r>
              <a:t>### Business Intelligence:</a:t>
            </a:r>
          </a:p>
          <a:p>
            <a:r>
              <a:t>Smart Analytics: Insights otomatis</a:t>
            </a:r>
          </a:p>
          <a:p>
            <a:r>
              <a:t>Predictive Maintenance: Saran perawatan</a:t>
            </a:r>
          </a:p>
          <a:p>
            <a:r>
              <a:t>Cost Optimization: Efisiensi biaya</a:t>
            </a:r>
          </a:p>
          <a:p>
            <a:r>
              <a:t>Trend Analysis: Pola penggunaan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Roadmap Pengembangan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Future Enhancements</a:t>
            </a:r>
          </a:p>
          <a:p>
            <a:r>
              <a:t>### Fitur Mendatang:</a:t>
            </a:r>
          </a:p>
          <a:p>
            <a:r>
              <a:t>Mobile App: Aplikasi Android/iOS</a:t>
            </a:r>
          </a:p>
          <a:p>
            <a:r>
              <a:t>QR Code Integration: Scan alat cepat</a:t>
            </a:r>
          </a:p>
          <a:p>
            <a:r>
              <a:t>IoT Sensors: Monitoring kondisi real-time</a:t>
            </a:r>
          </a:p>
          <a:p>
            <a:r>
              <a:t>AI Chatbot: Customer service otomatis</a:t>
            </a:r>
          </a:p>
          <a:p>
            <a:r>
              <a:t>Blockchain: Tracking kepemilikan</a:t>
            </a:r>
          </a:p>
          <a:p>
            <a:r>
              <a:t>AR/VR: Visualisasi 3D alat</a:t>
            </a:r>
          </a:p>
          <a:p>
            <a:r>
              <a:t>### Teknologi Baru:</a:t>
            </a:r>
          </a:p>
          <a:p>
            <a:r>
              <a:t>Machine Learning: Prediksi demand</a:t>
            </a:r>
          </a:p>
          <a:p>
            <a:r>
              <a:t>Computer Vision: Identifikasi alat otomatis</a:t>
            </a:r>
          </a:p>
          <a:p>
            <a:r>
              <a:t>Voice Commands: Kontrol suara</a:t>
            </a:r>
          </a:p>
          <a:p>
            <a:r>
              <a:t>NFC Tags: Tap-to-borrow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Why Choose Smulz.Lab?</a:t>
            </a:r>
          </a:p>
          <a:p>
            <a:r>
              <a:t>### ✅ Complete Solution: Semua kebutuhan lab dalam satu platform</a:t>
            </a:r>
          </a:p>
          <a:p>
            <a:r>
              <a:t>### ✅ User-Friendly: Interface intuitif untuk semua level user</a:t>
            </a:r>
          </a:p>
          <a:p>
            <a:r>
              <a:t>### ✅ Scalable: Dapat dikembangkan sesuai kebutuhan</a:t>
            </a:r>
          </a:p>
          <a:p>
            <a:r>
              <a:t>### ✅ Secure: Keamanan data terjamin</a:t>
            </a:r>
          </a:p>
          <a:p>
            <a:r>
              <a:t>### ✅ Cost-Effective: ROI tinggi dalam jangka panjang</a:t>
            </a:r>
          </a:p>
          <a:p>
            <a:r>
              <a:t>### ✅ Future-Proof: Teknologi terkini siap upgrade</a:t>
            </a:r>
          </a:p>
          <a:p>
            <a:r>
              <a:t>### Impact:</a:t>
            </a:r>
          </a:p>
          <a:p>
            <a:r>
              <a:t>Efisiensi operasional lab meningkat 70%</a:t>
            </a:r>
          </a:p>
          <a:p>
            <a:r>
              <a:t>Penggunaan alat lebih optimal</a:t>
            </a:r>
          </a:p>
          <a:p>
            <a:r>
              <a:t>Kepuasan pelanggan naik signifikan</a:t>
            </a:r>
          </a:p>
          <a:p>
            <a:r>
              <a:t>Biaya administrasi turun drastis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Pertanyaan &amp; Diskusi</a:t>
            </a:r>
          </a:p>
          <a:p>
            <a:r>
              <a:t>### Topik untuk Diskusi:</a:t>
            </a:r>
          </a:p>
          <a:p>
            <a:r>
              <a:t>Implementasi di lab Anda</a:t>
            </a:r>
          </a:p>
          <a:p>
            <a:r>
              <a:t>Customization kebutuhan spesifik</a:t>
            </a:r>
          </a:p>
          <a:p>
            <a:r>
              <a:t>Integration dengan sistem existing</a:t>
            </a:r>
          </a:p>
          <a:p>
            <a:r>
              <a:t>Training dan support</a:t>
            </a:r>
          </a:p>
          <a:p>
            <a:r>
              <a:t>### Contact Information:</a:t>
            </a:r>
          </a:p>
          <a:p>
            <a:r>
              <a:t>Email: support@smulz-lab.com</a:t>
            </a:r>
          </a:p>
          <a:p>
            <a:r>
              <a:t>Phone: +62 xxx xxxx xxxx</a:t>
            </a:r>
          </a:p>
          <a:p>
            <a:r>
              <a:t>Website: www.smulz-lab.com</a:t>
            </a:r>
          </a:p>
          <a:p>
            <a:r>
              <a:t>Demo: demo.smulz-lab.com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Terima Kasih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Thank You!</a:t>
            </a:r>
          </a:p>
          <a:p>
            <a:r>
              <a:t>Sistem Manajemen Lab Tools (Smulz.Lab)</a:t>
            </a:r>
          </a:p>
          <a:p>
            <a:r>
              <a:t>Solusi Modern untuk Pengelolaan Laboratorium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Appendix - Technical Specs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Spesifikasi Teknis Detail</a:t>
            </a:r>
          </a:p>
          <a:p>
            <a:r>
              <a:t>### Server Requirements:</a:t>
            </a:r>
          </a:p>
          <a:p>
            <a:r>
              <a:t>PHP 8.1+</a:t>
            </a:r>
          </a:p>
          <a:p>
            <a:r>
              <a:t>MySQL 8.0+</a:t>
            </a:r>
          </a:p>
          <a:p>
            <a:r>
              <a:t>Composer 2.x</a:t>
            </a:r>
          </a:p>
          <a:p>
            <a:r>
              <a:t>Node.js 18+</a:t>
            </a:r>
          </a:p>
          <a:p>
            <a:r>
              <a:t>### Dependencies:</a:t>
            </a:r>
          </a:p>
          <a:p>
            <a:r>
              <a:t>Laravel Framework 11.x</a:t>
            </a:r>
          </a:p>
          <a:p>
            <a:r>
              <a:t>Bootstrap 5.3</a:t>
            </a:r>
          </a:p>
          <a:p>
            <a:r>
              <a:t>jQuery 3.7</a:t>
            </a:r>
          </a:p>
          <a:p>
            <a:r>
              <a:t>SweetAlert2 11.x</a:t>
            </a:r>
          </a:p>
          <a:p>
            <a:r>
              <a:t>DomPDF 2.x</a:t>
            </a:r>
          </a:p>
          <a:p>
            <a:r>
              <a:t>Laravel Excel 3.x</a:t>
            </a:r>
          </a:p>
          <a:p>
            <a:r>
              <a:t>### Performance:</a:t>
            </a:r>
          </a:p>
          <a:p>
            <a:r>
              <a:t>Response Time: &lt; 200ms</a:t>
            </a:r>
          </a:p>
          <a:p>
            <a:r>
              <a:t>Concurrent Users: 1000+</a:t>
            </a:r>
          </a:p>
          <a:p>
            <a:r>
              <a:t>Database Queries: Optimized</a:t>
            </a:r>
          </a:p>
          <a:p>
            <a:r>
              <a:t>Caching: Redis ready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Appendix - 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Struktur Database Lengkap</a:t>
            </a:r>
          </a:p>
          <a:p>
            <a:r>
              <a:t>users</a:t>
            </a:r>
          </a:p>
          <a:p>
            <a:r>
              <a:t>├── id (PK)</a:t>
            </a:r>
          </a:p>
          <a:p>
            <a:r>
              <a:t>├── name</a:t>
            </a:r>
          </a:p>
          <a:p>
            <a:r>
              <a:t>├── email (unique)</a:t>
            </a:r>
          </a:p>
          <a:p>
            <a:r>
              <a:t>├── email_verified_at</a:t>
            </a:r>
          </a:p>
          <a:p>
            <a:r>
              <a:t>├── password</a:t>
            </a:r>
          </a:p>
          <a:p>
            <a:r>
              <a:t>└── timestamps</a:t>
            </a:r>
          </a:p>
          <a:p>
            <a:r>
              <a:t>kategori_alats</a:t>
            </a:r>
          </a:p>
          <a:p>
            <a:r>
              <a:t>├── id (PK)</a:t>
            </a:r>
          </a:p>
          <a:p>
            <a:r>
              <a:t>├── nama</a:t>
            </a:r>
          </a:p>
          <a:p>
            <a:r>
              <a:t>├── deskripsi</a:t>
            </a:r>
          </a:p>
          <a:p>
            <a:r>
              <a:t>└── timestamps</a:t>
            </a:r>
          </a:p>
          <a:p>
            <a:r>
              <a:t>alats</a:t>
            </a:r>
          </a:p>
          <a:p>
            <a:r>
              <a:t>├── id (PK)</a:t>
            </a:r>
          </a:p>
          <a:p>
            <a:r>
              <a:t>├── nama</a:t>
            </a:r>
          </a:p>
          <a:p>
            <a:r>
              <a:t>├── deskripsi</a:t>
            </a:r>
          </a:p>
          <a:p>
            <a:r>
              <a:t>├── kategori_alat_id (FK)</a:t>
            </a:r>
          </a:p>
          <a:p>
            <a:r>
              <a:t>├── harga_sewa</a:t>
            </a:r>
          </a:p>
          <a:p>
            <a:r>
              <a:t>├── stok</a:t>
            </a:r>
          </a:p>
          <a:p>
            <a:r>
              <a:t>├── kondisi</a:t>
            </a:r>
          </a:p>
          <a:p>
            <a:r>
              <a:t>├── lokasi_penyimpanan</a:t>
            </a:r>
          </a:p>
          <a:p>
            <a:r>
              <a:t>├── tanggal_pembelian</a:t>
            </a:r>
          </a:p>
          <a:p>
            <a:r>
              <a:t>└── timestamps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24: Appendix -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REST API Documentation</a:t>
            </a:r>
          </a:p>
          <a:p>
            <a:r>
              <a:t>### Authentication:</a:t>
            </a:r>
          </a:p>
          <a:p>
            <a:r>
              <a:t>POST /login - User login</a:t>
            </a:r>
          </a:p>
          <a:p>
            <a:r>
              <a:t>POST /register - User registration</a:t>
            </a:r>
          </a:p>
          <a:p>
            <a:r>
              <a:t>POST /logout - User logout</a:t>
            </a:r>
          </a:p>
          <a:p>
            <a:r>
              <a:t>### Resources:</a:t>
            </a:r>
          </a:p>
          <a:p>
            <a:r>
              <a:t>GET /api/alats - List alat</a:t>
            </a:r>
          </a:p>
          <a:p>
            <a:r>
              <a:t>POST /api/alats - Create alat</a:t>
            </a:r>
          </a:p>
          <a:p>
            <a:r>
              <a:t>GET /api/alats/{id} - Get alat detail</a:t>
            </a:r>
          </a:p>
          <a:p>
            <a:r>
              <a:t>PUT /api/alats/{id} - Update alat</a:t>
            </a:r>
          </a:p>
          <a:p>
            <a:r>
              <a:t>DELETE /api/alats/{id} - Delete alat</a:t>
            </a:r>
          </a:p>
          <a:p>
            <a:r>
              <a:t>### Peminjaman:</a:t>
            </a:r>
          </a:p>
          <a:p>
            <a:r>
              <a:t>POST /api/peminjaman - Create peminjaman</a:t>
            </a:r>
          </a:p>
          <a:p>
            <a:r>
              <a:t>PUT /api/peminjaman/{id}/return - Return alat</a:t>
            </a:r>
          </a:p>
          <a:p>
            <a:r>
              <a:t>GET /api/peminjaman/report - Get reports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25: Appendix - Deployment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Panduan Deployment</a:t>
            </a:r>
          </a:p>
          <a:p>
            <a:r>
              <a:t>### Development Setup:</a:t>
            </a:r>
          </a:p>
          <a:p>
            <a:r>
              <a:t>git clone &lt;repository&gt;</a:t>
            </a:r>
          </a:p>
          <a:p>
            <a:r>
              <a:t>cd smulz-lab</a:t>
            </a:r>
          </a:p>
          <a:p>
            <a:r>
              <a:t>composer install</a:t>
            </a:r>
          </a:p>
          <a:p>
            <a:r>
              <a:t>npm install</a:t>
            </a:r>
          </a:p>
          <a:p>
            <a:r>
              <a:t>cp .env.example .env</a:t>
            </a:r>
          </a:p>
          <a:p>
            <a:r>
              <a:t>php artisan key:generate</a:t>
            </a:r>
          </a:p>
          <a:p>
            <a:r>
              <a:t>php artisan migrate --seed</a:t>
            </a:r>
          </a:p>
          <a:p>
            <a:r>
              <a:t>npm run build</a:t>
            </a:r>
          </a:p>
          <a:p>
            <a:r>
              <a:t>### Production Deployment:</a:t>
            </a:r>
          </a:p>
          <a:p>
            <a:r>
              <a:t>php artisan config:cache</a:t>
            </a:r>
          </a:p>
          <a:p>
            <a:r>
              <a:t>php artisan route:cache</a:t>
            </a:r>
          </a:p>
          <a:p>
            <a:r>
              <a:t>php artisan view:cache</a:t>
            </a:r>
          </a:p>
          <a:p>
            <a:r>
              <a:t>php artisan migrate --force</a:t>
            </a:r>
          </a:p>
          <a:p>
            <a:r>
              <a:t>npm run build</a:t>
            </a:r>
          </a:p>
          <a:p>
            <a:r>
              <a:t>### Server Configuration:</a:t>
            </a:r>
          </a:p>
          <a:p>
            <a:r>
              <a:t>Web Server: Apache/Nginx</a:t>
            </a:r>
          </a:p>
          <a:p>
            <a:r>
              <a:t>SSL Certificate: Let's Encrypt</a:t>
            </a:r>
          </a:p>
          <a:p>
            <a:r>
              <a:t>Backup: Daily automated</a:t>
            </a:r>
          </a:p>
          <a:p>
            <a:r>
              <a:t>Monitoring: Uptime monitoring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26: Credits &amp;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Tim Pengembang</a:t>
            </a:r>
          </a:p>
          <a:p>
            <a:r>
              <a:t>### Core Team:</a:t>
            </a:r>
          </a:p>
          <a:p>
            <a:r>
              <a:t>Project Lead: [Nama]</a:t>
            </a:r>
          </a:p>
          <a:p>
            <a:r>
              <a:t>Backend Developer: [Nama]</a:t>
            </a:r>
          </a:p>
          <a:p>
            <a:r>
              <a:t>Frontend Developer: [Nama]</a:t>
            </a:r>
          </a:p>
          <a:p>
            <a:r>
              <a:t>UI/UX Designer: [Nama]</a:t>
            </a:r>
          </a:p>
          <a:p>
            <a:r>
              <a:t>QA Engineer: [Nama]</a:t>
            </a:r>
          </a:p>
          <a:p>
            <a:r>
              <a:t>### Technologies Used:</a:t>
            </a:r>
          </a:p>
          <a:p>
            <a:r>
              <a:t>Laravel Framework</a:t>
            </a:r>
          </a:p>
          <a:p>
            <a:r>
              <a:t>Bootstrap</a:t>
            </a:r>
          </a:p>
          <a:p>
            <a:r>
              <a:t>MySQL</a:t>
            </a:r>
          </a:p>
          <a:p>
            <a:r>
              <a:t>PHP 8.1+</a:t>
            </a:r>
          </a:p>
          <a:p>
            <a:r>
              <a:t>Node.js</a:t>
            </a:r>
          </a:p>
          <a:p>
            <a:r>
              <a:t>### Special Thanks:</a:t>
            </a:r>
          </a:p>
          <a:p>
            <a:r>
              <a:t>Laravel Community</a:t>
            </a:r>
          </a:p>
          <a:p>
            <a:r>
              <a:t>Bootstrap Team</a:t>
            </a:r>
          </a:p>
          <a:p>
            <a:r>
              <a:t>Open Source Contributors</a:t>
            </a:r>
          </a:p>
          <a:p>
            <a:r>
              <a:t>Beta Testers</a:t>
            </a:r>
          </a:p>
          <a:p>
            <a:r>
              <a:t>End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